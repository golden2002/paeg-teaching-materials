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一元二次方程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2EC"/>
                </a:solidFill>
                <a:latin typeface="Microsoft YaHei"/>
              </a:defRPr>
            </a:pPr>
            <a:r>
              <a:t>PAEG · 教学演示文稿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封面：一元二次方程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主讲：数学教研组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适用：初中九年级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核心：解法与应用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定义与标准形式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定义：含一个未知数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最高次数为二次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标准形式：ax²+bx+c=0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条件：a≠0，a、b、c为实数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解法一：因式分解法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适用：方程可分解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步骤：移项、分解、令零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例：x²-5x+6=0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得：(x-2)(x-3)=0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解：x=2或x=3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解法二：配方法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适用：所有一元二次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步骤：系数化一、移常数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配方：加一次项半平方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例：x²+4x-5=0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得：(x+2)²=9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解：x=1或x=-5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解法三：公式法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判别式：Δ=b²-4ac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Δ&gt;0：两个不等实根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Δ=0：两个相等实根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Δ&lt;0：无实根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求根公式：x=[-b±√Δ]/2a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例：2x²-4x+1=0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根与系数关系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韦达定理：x₁+x₂=-b/a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乘积：x₁·x₂=c/a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应用：求对称式值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例：已知一根求另一根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实际应用举例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面积问题：矩形长宽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利润问题：降价与销量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运动问题：匀加速位移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步骤：设未知、列方程、求解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四种解法灵活选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因式分解优先用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公式法通用保底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验根防止增根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实际题注意范围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结尾：课堂练习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PAEG · 教学物料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F6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练习一：x²-9=0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练习二：x²+3x-4=0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练习三：x²-2x-3=0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提示：选择合适解法</a:t>
            </a:r>
          </a:p>
          <a:p>
            <a:pPr>
              <a:spcAft>
                <a:spcPts val="800"/>
              </a:spcAft>
              <a:defRPr sz="1800">
                <a:solidFill>
                  <a:srgbClr val="0F2A52"/>
                </a:solidFill>
                <a:latin typeface="Microsoft YaHei"/>
              </a:defRPr>
            </a:pPr>
            <a:r>
              <a:t>• 完成并核对答案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